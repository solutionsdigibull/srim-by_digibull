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\..\..\..\..\INSTALL.ba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\SRIM-UI\accomplish_Transformed_Nr\accomplish-react_\LAUNCH-WEB.ba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011680"/>
            <a:ext cx="164592" cy="2377440"/>
          </a:xfrm>
          <a:prstGeom prst="round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DigiBull-SRIM </a:t>
            </a:r>
            <a:r>
              <a:rPr sz="4600" b="1">
                <a:solidFill>
                  <a:srgbClr val="8FB6F0"/>
                </a:solidFill>
                <a:latin typeface="Segoe UI"/>
              </a:rPr>
              <a:t>(Accomplish)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FE3FF"/>
                </a:solidFill>
                <a:latin typeface="Segoe UI"/>
              </a:rPr>
              <a:t>Setup Guide — Clone → Install →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0C8"/>
                </a:solidFill>
                <a:latin typeface="Consolas"/>
              </a:rPr>
              <a:t>Web UI  http://localhost:5173      Daemon  http://127.0.0.1:9234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0C8"/>
                </a:solidFill>
                <a:latin typeface="Segoe UI"/>
              </a:rPr>
              <a:t>Buttons in this deck open the .bat files directly.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0B1F3A"/>
                </a:solidFill>
                <a:latin typeface="Segoe UI"/>
              </a:rPr>
              <a:t>✓ Git</a:t>
            </a:r>
            <a:r>
              <a:rPr sz="1800" b="0">
                <a:solidFill>
                  <a:srgbClr val="556070"/>
                </a:solidFill>
                <a:latin typeface="Segoe UI"/>
              </a:rPr>
              <a:t>   — to clone the repo  (git-scm.com)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B1F3A"/>
                </a:solidFill>
                <a:latin typeface="Segoe UI"/>
              </a:rPr>
              <a:t>✓ Git LFS</a:t>
            </a:r>
            <a:r>
              <a:rPr sz="1800" b="0">
                <a:solidFill>
                  <a:srgbClr val="556070"/>
                </a:solidFill>
                <a:latin typeface="Segoe UI"/>
              </a:rPr>
              <a:t>   — pulls the large *.zip / *.exe  (git-lfs.com)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1FA855"/>
                </a:solidFill>
                <a:latin typeface="Segoe UI"/>
              </a:rPr>
              <a:t>✕ Node.js NOT required</a:t>
            </a:r>
            <a:r>
              <a:rPr sz="1800" b="0">
                <a:solidFill>
                  <a:srgbClr val="556070"/>
                </a:solidFill>
                <a:latin typeface="Segoe UI"/>
              </a:rPr>
              <a:t>   — a Node 24.15.0 runtime is bundled in the repo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0B1F3A"/>
                </a:solidFill>
                <a:latin typeface="Segoe UI"/>
              </a:rPr>
              <a:t>○ Docker (optional)</a:t>
            </a:r>
            <a:r>
              <a:rPr sz="1800" b="0">
                <a:solidFill>
                  <a:srgbClr val="556070"/>
                </a:solidFill>
                <a:latin typeface="Segoe UI"/>
              </a:rPr>
              <a:t>   — only for the Docker route (Option 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Clone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56070"/>
                </a:solidFill>
                <a:latin typeface="Segoe UI"/>
              </a:rPr>
              <a:t>Clone to any drive (C:, D:, E:, USB) — the scripts auto-adapt to their own 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881360" cy="1810512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1051560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git clone https://github.com/solutionsDigibull/SRIM-by_Digibull.git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cd SRIM-by_Digibull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git lfs install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git lfs pull            # downloads the large binaries (Git LFS)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965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6070"/>
                </a:solidFill>
                <a:latin typeface="Segoe UI"/>
              </a:rPr>
              <a:t>If git lfs pull is skipped, the *.zip / *.exe will be tiny pointer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Install &amp; set up  (Windows)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  <a:latin typeface="Segoe UI"/>
              </a:rPr>
              <a:t>Self-contained — no Node / winget needed. It will: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1.  Unblock files (ZIP/USB/download flag)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2.  Use the bundled Node 24.15.0  +  activate pnpm 10.33.0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3.  Offer a clean reinstall, then pnpm install (dev tools incl.)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4.  Rebuild better-sqlite3 for Node 24  (stops the daemon crash)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5.  Pre-build the daemon, then offer to launch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7680960" y="1920240"/>
            <a:ext cx="3931920" cy="914400"/>
          </a:xfrm>
          <a:prstGeom prst="roundRect">
            <a:avLst/>
          </a:prstGeom>
          <a:solidFill>
            <a:srgbClr val="1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▶  Run INSTALL.bat</a:t>
            </a:r>
          </a:p>
          <a:p>
            <a:pPr algn="ctr"/>
            <a:r>
              <a:rPr sz="1100">
                <a:solidFill>
                  <a:srgbClr val="E8FFF0"/>
                </a:solidFill>
              </a:rPr>
              <a:t>click to open  ·  repo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971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Segoe UI"/>
              </a:rPr>
              <a:t>Tip: if anything breaks, run it again and pick CLEAN reinstall.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Launch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  <a:latin typeface="Segoe UI"/>
              </a:rPr>
              <a:t>LAUNCH-WEB.bat will: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1.  Free stale ports 9234 / 9230 / 5173 (no 'port in use')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2.  Open the DAEMON window (backend :9234)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3.  Open the WEB window (Vite :5173)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4.  Wait for backend health, then open the browser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6070"/>
                </a:solidFill>
                <a:latin typeface="Segoe UI"/>
              </a:rPr>
              <a:t>Keep both windows open while using the app.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7680960" y="1920240"/>
            <a:ext cx="3931920" cy="914400"/>
          </a:xfrm>
          <a:prstGeom prst="round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▶  Run LAUNCH-WEB.bat</a:t>
            </a:r>
          </a:p>
          <a:p>
            <a:pPr algn="ctr"/>
            <a:r>
              <a:rPr sz="1100">
                <a:solidFill>
                  <a:srgbClr val="E8FFF0"/>
                </a:solidFill>
              </a:rPr>
              <a:t>click to open  ·  …/accomplish-react_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0B1F3A"/>
                </a:solidFill>
                <a:latin typeface="Segoe UI"/>
              </a:rPr>
              <a:t>Open </a:t>
            </a:r>
            <a:r>
              <a:rPr sz="2000" b="1">
                <a:solidFill>
                  <a:srgbClr val="1E6FE0"/>
                </a:solidFill>
                <a:latin typeface="Consolas"/>
              </a:rPr>
              <a:t>http://localhost:5173</a:t>
            </a:r>
            <a:r>
              <a:rPr sz="2000" b="0">
                <a:solidFill>
                  <a:srgbClr val="0B1F3A"/>
                </a:solidFill>
                <a:latin typeface="Segoe UI"/>
              </a:rPr>
              <a:t>  then either: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556070"/>
                </a:solidFill>
                <a:latin typeface="Segoe UI"/>
              </a:rPr>
              <a:t>•  Click  “Sign in as Tester”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556070"/>
                </a:solidFill>
                <a:latin typeface="Segoe UI"/>
              </a:rPr>
              <a:t>•  Token:  </a:t>
            </a:r>
            <a:r>
              <a:rPr sz="1900" b="1">
                <a:solidFill>
                  <a:srgbClr val="0B1F3A"/>
                </a:solidFill>
                <a:latin typeface="Consolas"/>
              </a:rPr>
              <a:t>srim-dev-token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556070"/>
                </a:solidFill>
                <a:latin typeface="Segoe UI"/>
              </a:rPr>
              <a:t>•  User:  </a:t>
            </a:r>
            <a:r>
              <a:rPr sz="1900" b="1">
                <a:solidFill>
                  <a:srgbClr val="0B1F3A"/>
                </a:solidFill>
                <a:latin typeface="Consolas"/>
              </a:rPr>
              <a:t>digibull</a:t>
            </a:r>
            <a:r>
              <a:rPr sz="1900" b="0">
                <a:solidFill>
                  <a:srgbClr val="556070"/>
                </a:solidFill>
                <a:latin typeface="Segoe UI"/>
              </a:rPr>
              <a:t>   Pass:  </a:t>
            </a:r>
            <a:r>
              <a:rPr sz="1900" b="1">
                <a:solidFill>
                  <a:srgbClr val="0B1F3A"/>
                </a:solidFill>
                <a:latin typeface="Consolas"/>
              </a:rPr>
              <a:t>srim-test-2026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OPTION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Docker  (any OS with Docker)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6070"/>
                </a:solidFill>
                <a:latin typeface="Segoe UI"/>
              </a:rPr>
              <a:t>Runs the headless WEB build (daemon + Vite). Desktop GUI = use Windows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881360" cy="1042415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10515600" cy="8595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cd SRIM-by_Digibull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docker compose up --build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5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1F3A"/>
                </a:solidFill>
                <a:latin typeface="Segoe UI"/>
              </a:rPr>
              <a:t>Then open  </a:t>
            </a:r>
            <a:r>
              <a:rPr sz="1700" b="1">
                <a:solidFill>
                  <a:srgbClr val="1E6FE0"/>
                </a:solidFill>
                <a:latin typeface="Consolas"/>
              </a:rPr>
              <a:t>http://localhost:5173</a:t>
            </a:r>
            <a:r>
              <a:rPr sz="1700" b="0">
                <a:solidFill>
                  <a:srgbClr val="0B1F3A"/>
                </a:solidFill>
                <a:latin typeface="Segoe UI"/>
              </a:rPr>
              <a:t>   (health: </a:t>
            </a:r>
            <a:r>
              <a:rPr sz="1500" b="0">
                <a:solidFill>
                  <a:srgbClr val="556070"/>
                </a:solidFill>
                <a:latin typeface="Consolas"/>
              </a:rPr>
              <a:t>http://127.0.0.1:9234/health</a:t>
            </a:r>
            <a:r>
              <a:rPr sz="1700" b="0">
                <a:solidFill>
                  <a:srgbClr val="0B1F3A"/>
                </a:solidFill>
                <a:latin typeface="Segoe UI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43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B6F0"/>
                </a:solidFill>
                <a:latin typeface="Segoe UI"/>
              </a:rPr>
              <a:t>IF SOMETHING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1556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B1F3A"/>
                </a:solidFill>
                <a:latin typeface="Segoe UI"/>
              </a:rPr>
              <a:t>“Failed to fetch” on login</a:t>
            </a:r>
            <a:r>
              <a:rPr sz="1500" b="0">
                <a:solidFill>
                  <a:srgbClr val="556070"/>
                </a:solidFill>
                <a:latin typeface="Segoe UI"/>
              </a:rPr>
              <a:t>  →  daemon not running; check DAEMON window, re-run INSTALL.bat (clean) + LAUNCH-WEB.bat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B1F3A"/>
                </a:solidFill>
                <a:latin typeface="Consolas"/>
              </a:rPr>
              <a:t>NODE_MODULE_VERSION 127 vs 137</a:t>
            </a:r>
            <a:r>
              <a:rPr sz="1500" b="0">
                <a:solidFill>
                  <a:srgbClr val="556070"/>
                </a:solidFill>
                <a:latin typeface="Segoe UI"/>
              </a:rPr>
              <a:t>  →  better-sqlite3 built for wrong Node; re-run INSTALL.bat (rebuilds for Node 24)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B1F3A"/>
                </a:solidFill>
                <a:latin typeface="Segoe UI"/>
              </a:rPr>
              <a:t>“Port 5173 / 9234 already in use”</a:t>
            </a:r>
            <a:r>
              <a:rPr sz="1500" b="0">
                <a:solidFill>
                  <a:srgbClr val="556070"/>
                </a:solidFill>
                <a:latin typeface="Segoe UI"/>
              </a:rPr>
              <a:t>  →  LAUNCH-WEB.bat now frees them; or close old windows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B1F3A"/>
                </a:solidFill>
                <a:latin typeface="Segoe UI"/>
              </a:rPr>
              <a:t>.bat window flashes &amp; closes</a:t>
            </a:r>
            <a:r>
              <a:rPr sz="1500" b="0">
                <a:solidFill>
                  <a:srgbClr val="556070"/>
                </a:solidFill>
                <a:latin typeface="Segoe UI"/>
              </a:rPr>
              <a:t>  →  use the current CRLF INSTALL.bat (auto-unblocks)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B1F3A"/>
                </a:solidFill>
                <a:latin typeface="Consolas"/>
              </a:rPr>
              <a:t>tsup “Cannot find module”</a:t>
            </a:r>
            <a:r>
              <a:rPr sz="1500" b="0">
                <a:solidFill>
                  <a:srgbClr val="556070"/>
                </a:solidFill>
                <a:latin typeface="Segoe UI"/>
              </a:rPr>
              <a:t>  →  dev deps skipped; INSTALL.bat installs with --prod=false, re-run it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B1F3A"/>
                </a:solidFill>
                <a:latin typeface="Segoe UI"/>
              </a:rPr>
              <a:t>LFS files tiny / missing</a:t>
            </a:r>
            <a:r>
              <a:rPr sz="1500" b="0">
                <a:solidFill>
                  <a:srgbClr val="556070"/>
                </a:solidFill>
                <a:latin typeface="Segoe UI"/>
              </a:rPr>
              <a:t>  →  git lfs install &amp;&amp; git lfs pull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