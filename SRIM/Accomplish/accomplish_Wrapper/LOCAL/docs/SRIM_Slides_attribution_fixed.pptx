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33"/>
    <p:restoredTop autoAdjust="0" sz="94711"/>
  </p:normalViewPr>
  <p:slideViewPr>
    <p:cSldViewPr snapToGrid="0" snapToObjects="1">
      <p:cViewPr varScale="1">
        <p:scale>
          <a:sx d="100" n="84"/>
          <a:sy d="100" n="84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20" Type="http://schemas.openxmlformats.org/officeDocument/2006/relationships/viewProps" Target="viewProps.xml" /><Relationship Id="rId1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2" Type="http://schemas.openxmlformats.org/officeDocument/2006/relationships/tableStyles" Target="tableStyles.xml" /><Relationship Id="rId2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Accomplish</a:t>
            </a:r>
            <a:r>
              <a:rPr/>
              <a:t> </a:t>
            </a:r>
            <a:r>
              <a:rPr/>
              <a:t>→</a:t>
            </a:r>
            <a:r>
              <a:rPr/>
              <a:t> </a:t>
            </a:r>
            <a:r>
              <a:rPr/>
              <a:t>SRIM</a:t>
            </a:r>
            <a:r>
              <a:rPr/>
              <a:t> </a:t>
            </a:r>
            <a:r>
              <a:rPr/>
              <a:t>(DigiBull)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br/>
            <a:br/>
            <a:r>
              <a:rPr/>
              <a:t>Electron</a:t>
            </a:r>
            <a:r>
              <a:rPr/>
              <a:t> </a:t>
            </a:r>
            <a:r>
              <a:rPr/>
              <a:t>desktop</a:t>
            </a:r>
            <a:r>
              <a:rPr/>
              <a:t> </a:t>
            </a:r>
            <a:r>
              <a:rPr/>
              <a:t>→</a:t>
            </a:r>
            <a:r>
              <a:rPr/>
              <a:t> </a:t>
            </a:r>
            <a:r>
              <a:rPr/>
              <a:t>local</a:t>
            </a:r>
            <a:r>
              <a:rPr/>
              <a:t> </a:t>
            </a:r>
            <a:r>
              <a:rPr/>
              <a:t>web</a:t>
            </a:r>
            <a:r>
              <a:rPr/>
              <a:t> </a:t>
            </a:r>
            <a:r>
              <a:rPr/>
              <a:t>app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DigiBull.ai</a:t>
            </a:r>
            <a:r>
              <a:rPr/>
              <a:t> </a:t>
            </a:r>
            <a:r>
              <a:rPr/>
              <a:t>·</a:t>
            </a:r>
            <a:r>
              <a:rPr/>
              <a:t> </a:t>
            </a:r>
            <a:r>
              <a:rPr/>
              <a:t>SRIM</a:t>
            </a:r>
            <a:r>
              <a:rPr/>
              <a:t> </a:t>
            </a:r>
            <a:r>
              <a:rPr/>
              <a:t>3.2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it</a:t>
            </a:r>
            <a:r>
              <a:rPr/>
              <a:t> </a:t>
            </a:r>
            <a:r>
              <a:rPr/>
              <a:t>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AI agent app (runs OpenCode locally)</a:t>
            </a:r>
          </a:p>
          <a:p>
            <a:pPr lvl="1"/>
            <a:r>
              <a:rPr/>
              <a:t>Was: Electron desktop</a:t>
            </a:r>
          </a:p>
          <a:p>
            <a:pPr lvl="1"/>
            <a:r>
              <a:rPr/>
              <a:t>Now: browser tab + local backend</a:t>
            </a:r>
          </a:p>
          <a:p>
            <a:pPr lvl="1"/>
            <a:r>
              <a:rPr/>
              <a:t>Rebranded: </a:t>
            </a:r>
            <a:r>
              <a:rPr b="1"/>
              <a:t>SRIM / DigiBull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Original</a:t>
            </a:r>
            <a:r>
              <a:rPr/>
              <a:t> </a:t>
            </a:r>
            <a:r>
              <a:rPr/>
              <a:t>(Electron)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React UI ↔ preload bridge (~462 methods)</a:t>
            </a:r>
          </a:p>
          <a:p>
            <a:pPr lvl="1"/>
            <a:r>
              <a:rPr/>
              <a:t>Electron main → daemon (Node)</a:t>
            </a:r>
          </a:p>
          <a:p>
            <a:pPr lvl="1"/>
            <a:r>
              <a:rPr/>
              <a:t>Daemon: OpenCode + SQLite</a:t>
            </a:r>
          </a:p>
          <a:p>
            <a:pPr lvl="1"/>
            <a:r>
              <a:rPr/>
              <a:t>UI was already browser-safe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Baseline</a:t>
            </a:r>
            <a:r>
              <a:rPr/>
              <a:t> </a:t>
            </a:r>
            <a:r>
              <a:rPr/>
              <a:t>artifact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>
                <a:latin typeface="Courier"/>
              </a:rPr>
              <a:t>accomplish_Transformed_Chaithanya_Original.zip</a:t>
            </a:r>
          </a:p>
          <a:p>
            <a:pPr lvl="1"/>
            <a:r>
              <a:rPr/>
              <a:t>Original Chaithanya web transform archive</a:t>
            </a:r>
          </a:p>
          <a:p>
            <a:pPr lvl="1"/>
            <a:r>
              <a:rPr/>
              <a:t>Size: ~759 MB</a:t>
            </a:r>
          </a:p>
          <a:p>
            <a:pPr lvl="1"/>
            <a:r>
              <a:rPr/>
              <a:t>Current SRIM working tree continues from it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Phase</a:t>
            </a:r>
            <a:r>
              <a:rPr/>
              <a:t> </a:t>
            </a:r>
            <a:r>
              <a:rPr/>
              <a:t>1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Convert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i="1"/>
              <a:t>(Chaithanya)</a:t>
            </a:r>
          </a:p>
          <a:p>
            <a:pPr lvl="1"/>
            <a:r>
              <a:rPr/>
              <a:t>Removed Electron window</a:t>
            </a:r>
          </a:p>
          <a:p>
            <a:pPr lvl="1"/>
            <a:r>
              <a:rPr/>
              <a:t>Added daemon HTTP+SSE server </a:t>
            </a:r>
            <a:r>
              <a:rPr>
                <a:latin typeface="Courier"/>
              </a:rPr>
              <a:t>:9234</a:t>
            </a:r>
          </a:p>
          <a:p>
            <a:pPr lvl="1"/>
            <a:r>
              <a:rPr/>
              <a:t>Browser transport recreates </a:t>
            </a:r>
            <a:r>
              <a:rPr>
                <a:latin typeface="Courier"/>
              </a:rPr>
              <a:t>window.accomplish</a:t>
            </a:r>
          </a:p>
          <a:p>
            <a:pPr lvl="1"/>
            <a:r>
              <a:rPr/>
              <a:t>Login + DigiBull branding</a:t>
            </a:r>
          </a:p>
          <a:p>
            <a:pPr lvl="1"/>
            <a:r>
              <a:rPr/>
              <a:t>~96 of ~148 features wired</a:t>
            </a:r>
          </a:p>
          <a:p>
            <a:pPr lvl="1"/>
            <a:r>
              <a:rPr/>
              <a:t>Delivered as the Chaithanya original transform archive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Phase</a:t>
            </a:r>
            <a:r>
              <a:rPr/>
              <a:t> </a:t>
            </a:r>
            <a:r>
              <a:rPr/>
              <a:t>2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Analyse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reverse-engineer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i="1"/>
              <a:t>(Nagabhushana)</a:t>
            </a:r>
          </a:p>
          <a:p>
            <a:pPr lvl="1"/>
            <a:r>
              <a:rPr/>
              <a:t>Compared converted vs original</a:t>
            </a:r>
          </a:p>
          <a:p>
            <a:pPr lvl="1"/>
            <a:r>
              <a:rPr/>
              <a:t>Gap analysis: 52 missing (buckets A–D)</a:t>
            </a:r>
          </a:p>
          <a:p>
            <a:pPr lvl="1"/>
            <a:r>
              <a:rPr/>
              <a:t>Reverse-engineered the 0.4.14 </a:t>
            </a:r>
            <a:r>
              <a:rPr>
                <a:latin typeface="Courier"/>
              </a:rPr>
              <a:t>.exe</a:t>
            </a:r>
          </a:p>
          <a:p>
            <a:pPr lvl="1"/>
            <a:r>
              <a:rPr/>
              <a:t>asar extract → diff IPC channels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0.4.14</a:t>
            </a:r>
            <a:r>
              <a:rPr/>
              <a:t> </a:t>
            </a:r>
            <a:r>
              <a:rPr/>
              <a:t>.exe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Newer code than source</a:t>
            </a:r>
          </a:p>
          <a:p>
            <a:pPr lvl="1"/>
            <a:r>
              <a:rPr/>
              <a:t>~124 channels not in source</a:t>
            </a:r>
          </a:p>
          <a:p>
            <a:pPr lvl="1"/>
            <a:r>
              <a:rPr/>
              <a:t>New: Browser Panel, Triggered Tasks, llama.cpp, feature flags</a:t>
            </a:r>
          </a:p>
          <a:p>
            <a:pPr lvl="1"/>
            <a:r>
              <a:rPr/>
              <a:t>Only minified bundles → need source to port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Bugs</a:t>
            </a:r>
            <a:r>
              <a:rPr/>
              <a:t> </a:t>
            </a:r>
            <a:r>
              <a:rPr/>
              <a:t>fixed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Tasks failed</a:t>
            </a:r>
            <a:r>
              <a:rPr/>
              <a:t> → API keys now passed to OpenCode</a:t>
            </a:r>
          </a:p>
          <a:p>
            <a:pPr lvl="1"/>
            <a:r>
              <a:rPr/>
              <a:t>Provider connect crash (</a:t>
            </a:r>
            <a:r>
              <a:rPr>
                <a:latin typeface="Courier"/>
              </a:rPr>
              <a:t>null.valid</a:t>
            </a:r>
            <a:r>
              <a:rPr/>
              <a:t>)</a:t>
            </a:r>
          </a:p>
          <a:p>
            <a:pPr lvl="1"/>
            <a:r>
              <a:rPr/>
              <a:t>Valid keys wrongly rejected</a:t>
            </a:r>
          </a:p>
          <a:p>
            <a:pPr lvl="1"/>
            <a:r>
              <a:rPr/>
              <a:t>Pasted-quote keys broke auth</a:t>
            </a:r>
          </a:p>
          <a:p>
            <a:pPr lvl="1"/>
            <a:r>
              <a:rPr/>
              <a:t>Failures now show a reason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New</a:t>
            </a:r>
            <a:r>
              <a:rPr/>
              <a:t> </a:t>
            </a:r>
            <a:r>
              <a:rPr/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Centralized addresses (migration-proof)</a:t>
            </a:r>
          </a:p>
          <a:p>
            <a:pPr lvl="1"/>
            <a:r>
              <a:rPr/>
              <a:t>DigiBull chat rebrand + motion polish</a:t>
            </a:r>
          </a:p>
          <a:p>
            <a:pPr lvl="1"/>
            <a:r>
              <a:rPr/>
              <a:t>Auto model selector (task-aware routing)</a:t>
            </a:r>
          </a:p>
          <a:p>
            <a:pPr lvl="1"/>
            <a:r>
              <a:rPr/>
              <a:t>Inline AI question card</a:t>
            </a:r>
          </a:p>
          <a:p>
            <a:pPr lvl="1"/>
            <a:r>
              <a:rPr/>
              <a:t>LOCAL LLM advisor (specs → model picks)</a:t>
            </a:r>
          </a:p>
          <a:p>
            <a:pPr lvl="1"/>
            <a:r>
              <a:rPr/>
              <a:t>Local model downloads + runtime target</a:t>
            </a:r>
          </a:p>
          <a:p>
            <a:pPr lvl="1"/>
            <a:r>
              <a:rPr/>
              <a:t>Appearance: themes / accents / motion</a:t>
            </a:r>
          </a:p>
          <a:p>
            <a:pPr lvl="1"/>
            <a:r>
              <a:rPr/>
              <a:t>Test-automation skill</a:t>
            </a:r>
          </a:p>
          <a:p>
            <a:pPr lvl="1"/>
            <a:r>
              <a:rPr/>
              <a:t>Developer mode + </a:t>
            </a:r>
            <a:r>
              <a:rPr b="1"/>
              <a:t>MCP manager</a:t>
            </a:r>
          </a:p>
          <a:p>
            <a:pPr lvl="1"/>
            <a:r>
              <a:rPr/>
              <a:t>Speech, Vertex, OpenAI OAuth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Bucket A (24): </a:t>
            </a:r>
            <a:r>
              <a:rPr b="1"/>
              <a:t>done</a:t>
            </a:r>
          </a:p>
          <a:p>
            <a:pPr lvl="1"/>
            <a:r>
              <a:rPr/>
              <a:t>Bucket B portable: </a:t>
            </a:r>
            <a:r>
              <a:rPr b="1"/>
              <a:t>done</a:t>
            </a:r>
          </a:p>
          <a:p>
            <a:pPr lvl="1"/>
            <a:r>
              <a:rPr/>
              <a:t>HF-local UI: downloads/runtime wired</a:t>
            </a:r>
          </a:p>
          <a:p>
            <a:pPr lvl="1"/>
            <a:r>
              <a:rPr/>
              <a:t>Native gaps: per-GPU index, gcloud APIs</a:t>
            </a:r>
          </a:p>
          <a:p>
            <a:pPr lvl="1"/>
            <a:r>
              <a:rPr/>
              <a:t>0.4.14 features: need source</a:t>
            </a:r>
          </a:p>
          <a:p>
            <a:pPr lvl="1"/>
            <a:r>
              <a:rPr/>
              <a:t>Desktop-only (tray/updater): N/A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DigiBull</a:t>
            </a:r>
            <a:r>
              <a:rPr/>
              <a:t> </a:t>
            </a:r>
            <a:r>
              <a:rPr/>
              <a:t>UI</a:t>
            </a:r>
            <a:r>
              <a:rPr/>
              <a:t> </a:t>
            </a:r>
            <a:r>
              <a:rPr/>
              <a:t>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Home prompt: “What will DigiBull handle today?”</a:t>
            </a:r>
          </a:p>
          <a:p>
            <a:pPr lvl="1"/>
            <a:r>
              <a:rPr/>
              <a:t>Model menu: </a:t>
            </a:r>
            <a:r>
              <a:rPr b="1"/>
              <a:t>Auto · by task type</a:t>
            </a:r>
          </a:p>
          <a:p>
            <a:pPr lvl="1"/>
            <a:r>
              <a:rPr/>
              <a:t>Auto routes simple chat to fast models</a:t>
            </a:r>
          </a:p>
          <a:p>
            <a:pPr lvl="1"/>
            <a:r>
              <a:rPr/>
              <a:t>Auto routes code/research/planning to stronger models</a:t>
            </a:r>
          </a:p>
          <a:p>
            <a:pPr lvl="1"/>
            <a:r>
              <a:rPr/>
              <a:t>Guardrail: Auto routing times out, task still starts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Local</a:t>
            </a:r>
            <a:r>
              <a:rPr/>
              <a:t> </a:t>
            </a:r>
            <a:r>
              <a:rPr/>
              <a:t>model</a:t>
            </a:r>
            <a:r>
              <a:rPr/>
              <a:t> </a:t>
            </a:r>
            <a:r>
              <a:rPr/>
              <a:t>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Device checker sits above downloads</a:t>
            </a:r>
          </a:p>
          <a:p>
            <a:pPr lvl="1"/>
            <a:r>
              <a:rPr/>
              <a:t>Download box shows idle/downloading/installed/failed</a:t>
            </a:r>
          </a:p>
          <a:p>
            <a:pPr lvl="1"/>
            <a:r>
              <a:rPr/>
              <a:t>Runtime targets: Auto, GPU, WebGPU, CPU</a:t>
            </a:r>
          </a:p>
          <a:p>
            <a:pPr lvl="1"/>
            <a:r>
              <a:rPr/>
              <a:t>GPU 0 / GPU 1 manual selection: not yet exposed</a:t>
            </a:r>
          </a:p>
          <a:p>
            <a:pPr lvl="1"/>
            <a:r>
              <a:rPr/>
              <a:t>Uses automatic GPU selection for GPU modes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AI</a:t>
            </a:r>
            <a:r>
              <a:rPr/>
              <a:t> </a:t>
            </a:r>
            <a:r>
              <a:rPr/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SRIM can surface model questions inline</a:t>
            </a:r>
          </a:p>
          <a:p>
            <a:pPr lvl="1"/>
            <a:r>
              <a:rPr/>
              <a:t>No more hidden “it is thinking” for question prompts</a:t>
            </a:r>
          </a:p>
          <a:p>
            <a:pPr lvl="1"/>
            <a:r>
              <a:rPr/>
              <a:t>Question card accepts typed answer or choices</a:t>
            </a:r>
          </a:p>
          <a:p>
            <a:pPr lvl="1"/>
            <a:r>
              <a:rPr/>
              <a:t>File/tool permissions still use the stronger modal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MCP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two</a:t>
            </a:r>
            <a:r>
              <a:rPr/>
              <a:t> </a:t>
            </a:r>
            <a:r>
              <a:rPr/>
              <a:t>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Outbound:</a:t>
            </a:r>
            <a:r>
              <a:rPr/>
              <a:t> add MCP servers → agent uses them</a:t>
            </a:r>
          </a:p>
          <a:p>
            <a:pPr lvl="2"/>
            <a:r>
              <a:rPr/>
              <a:t>Pre-seeded: Dify, FastMCP, MCP Jungle, Postgres, Superset…</a:t>
            </a:r>
          </a:p>
          <a:p>
            <a:pPr lvl="1"/>
            <a:r>
              <a:rPr b="1"/>
              <a:t>Inbound:</a:t>
            </a:r>
            <a:r>
              <a:rPr/>
              <a:t> external workflows call </a:t>
            </a:r>
            <a:r>
              <a:rPr>
                <a:latin typeface="Courier"/>
              </a:rPr>
              <a:t>/rpc</a:t>
            </a:r>
          </a:p>
          <a:p>
            <a:pPr lvl="2"/>
            <a:r>
              <a:rPr/>
              <a:t>Bearer key · loopback-only · opt-in flag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Run</a:t>
            </a:r>
            <a:r>
              <a:rPr/>
              <a:t> </a:t>
            </a:r>
            <a:r>
              <a:rPr/>
              <a:t>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pnpm install
pnpm -F @accomplish/daemon dev   # :9234
pnpm dev:web                     # :5173</a:t>
            </a:r>
          </a:p>
          <a:p>
            <a:pPr lvl="1"/>
            <a:r>
              <a:rPr/>
              <a:t>Or: </a:t>
            </a:r>
            <a:r>
              <a:rPr>
                <a:latin typeface="Courier"/>
              </a:rPr>
              <a:t>LAUNCH-WEB.bat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Web build works end-to-end</a:t>
            </a:r>
          </a:p>
          <a:p>
            <a:pPr lvl="1"/>
            <a:r>
              <a:rPr/>
              <a:t>Providers connect; tasks run</a:t>
            </a:r>
          </a:p>
          <a:p>
            <a:pPr lvl="1"/>
            <a:r>
              <a:rPr/>
              <a:t>DigiBull Auto + local model UI verified</a:t>
            </a:r>
          </a:p>
          <a:p>
            <a:pPr lvl="1"/>
            <a:r>
              <a:rPr/>
              <a:t>Typecheck and focused UI tests pass</a:t>
            </a:r>
          </a:p>
          <a:p>
            <a:pPr lvl="1"/>
            <a:r>
              <a:rPr/>
              <a:t>MCP integration ready</a:t>
            </a:r>
          </a:p>
          <a:p>
            <a:pPr lvl="1"/>
            <a:r>
              <a:rPr/>
              <a:t>Roadmap: native subsystems, 0.4.14 source features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Thank</a:t>
            </a:r>
            <a:r>
              <a:rPr/>
              <a:t> </a:t>
            </a:r>
            <a:r>
              <a:rPr/>
              <a:t>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DigiBull.ai · Mysore, Karnataka Initial web transform: Chaithanya SRIM analysis, remediation, UI update: Nagabhushana Raju 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Accomplish → SRIM (DigiBull)</dc:title>
  <dc:creator>Electron desktop → local web app</dc:creator>
  <cp:keywords/>
  <dcterms:created xsi:type="dcterms:W3CDTF">2026-06-04T13:33:28Z</dcterms:created>
  <dcterms:modified xsi:type="dcterms:W3CDTF">2026-06-04T13:33:28Z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DigiBull.ai · SRIM 3.2</vt:lpwstr>
  </property>
</Properties>
</file>