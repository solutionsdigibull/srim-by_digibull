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\..\..\..\..\INSTALL.bat" TargetMode="External"/><Relationship Id="rId3" Type="http://schemas.openxmlformats.org/officeDocument/2006/relationships/hyperlink" Target="..\SRIM-UI\accomplish_Transformed_Nr\accomplish-react_\LAUNCH-WEB.ba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920240"/>
            <a:ext cx="164592" cy="2468880"/>
          </a:xfrm>
          <a:prstGeom prst="round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Accomplish  </a:t>
            </a:r>
            <a:r>
              <a:rPr sz="4400" b="1">
                <a:solidFill>
                  <a:srgbClr val="8FB6F0"/>
                </a:solidFill>
                <a:latin typeface="Segoe UI"/>
              </a:rPr>
              <a:t>→  SRIM (DigiBull)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FE3FF"/>
                </a:solidFill>
                <a:latin typeface="Segoe UI"/>
              </a:rPr>
              <a:t>Electron desktop  →  local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0C8"/>
                </a:solidFill>
                <a:latin typeface="Segoe UI"/>
              </a:rPr>
              <a:t>Migration · remediation · setup automation · WhatsApp + Docker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7F90A8"/>
                </a:solidFill>
                <a:latin typeface="Segoe UI"/>
              </a:rPr>
              <a:t>DigiBull.ai · SRIM 3.2 · Mysore, Karnataka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AI agent app </a:t>
            </a:r>
            <a:r>
              <a:rPr sz="1700" b="0">
                <a:solidFill>
                  <a:srgbClr val="4C596B"/>
                </a:solidFill>
                <a:latin typeface="Segoe UI"/>
              </a:rPr>
              <a:t>— runs OpenCode locally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Was: </a:t>
            </a:r>
            <a:r>
              <a:rPr sz="1700" b="0">
                <a:solidFill>
                  <a:srgbClr val="4C596B"/>
                </a:solidFill>
                <a:latin typeface="Segoe UI"/>
              </a:rPr>
              <a:t>Electron desktop app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Now: </a:t>
            </a:r>
            <a:r>
              <a:rPr sz="1700" b="0">
                <a:solidFill>
                  <a:srgbClr val="4C596B"/>
                </a:solidFill>
                <a:latin typeface="Segoe UI"/>
              </a:rPr>
              <a:t>browser tab + local backend daemon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Rebranded: </a:t>
            </a:r>
            <a:r>
              <a:rPr sz="1700" b="0">
                <a:solidFill>
                  <a:srgbClr val="4C596B"/>
                </a:solidFill>
                <a:latin typeface="Segoe UI"/>
              </a:rPr>
              <a:t>SRIM / DigiBull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Original (Electron)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React UI ↔ preload bridge (~462 methods)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Electron main → daemon (Node)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Daemon: OpenCode + SQLite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UI was already browser-safe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Starting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Chaithanya web transform </a:t>
            </a:r>
            <a:r>
              <a:rPr sz="1700" b="0">
                <a:solidFill>
                  <a:srgbClr val="4C596B"/>
                </a:solidFill>
                <a:latin typeface="Segoe UI"/>
              </a:rPr>
              <a:t>— accomplish_Transformed_Chaithanya_Original.zip (~759 MB)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First conversion of the Electron app to a web build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The current SRIM working tree continues from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Convert to web  (Chaithanya)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Removed the Electron window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Added daemon HTTP + SSE server on :9234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Browser transport recreates window.accomplish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Login + DigiBull branding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~96 of ~148 features wired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Analyse &amp; reverse-engineer  (Nagabhushana)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Compared converted build vs the original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Gap analysis: 52 missing features (buckets A–D)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Reverse-engineered the 0.4.14 .exe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asar extract → diffed IPC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0.4.14 .exe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Newer code than the source we had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~124 IPC channels not in source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New: Browser Panel, Triggered Tasks, llama.cpp, feature flags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Only minified bundles → need source to fully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NEW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Delivered in SRIM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Centralized addresses (migration-proof)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DigiBull chat rebrand + motion polish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Auto model selector (task-aware routing)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Inline AI question card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LOCAL LLM advisor (specs → model picks) + model downloads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Appearance: themes / accents / motion · Test-automation skill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600" b="0">
                <a:solidFill>
                  <a:srgbClr val="4C596B"/>
                </a:solidFill>
                <a:latin typeface="Segoe UI"/>
              </a:rPr>
              <a:t>WhatsApp integration · MCP (in/out)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DIGIBULL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Home &amp; model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Home prompt: “What will DigiBull handle today?”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Model menu: Auto · by task type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Auto routes simple chat → fast models; code/research → stronger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Guardrail: if Auto routing times out, the task still starts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LOCAL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Local model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Device checker sits above downloads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Download box: idle / downloading / installed / failed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Runtime targets: Auto · GPU · WebGPU · CPU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Automatic GPU selection for GPU modes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Two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Outbound: </a:t>
            </a:r>
            <a:r>
              <a:rPr sz="1700" b="0">
                <a:solidFill>
                  <a:srgbClr val="4C596B"/>
                </a:solidFill>
                <a:latin typeface="Segoe UI"/>
              </a:rPr>
              <a:t>add MCP servers → the agent uses them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Pre-seeded: Dify, FastMCP, MCP Jungle, Postgres, Superset…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Inbound: </a:t>
            </a:r>
            <a:r>
              <a:rPr sz="1700" b="0">
                <a:solidFill>
                  <a:srgbClr val="4C596B"/>
                </a:solidFill>
                <a:latin typeface="Segoe UI"/>
              </a:rPr>
              <a:t>external workflows call /rpc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Bearer key · loopback-only · opt-in flag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NEW · ONE-CLICK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Install &amp; launch on any Windows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9494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Self-contained </a:t>
            </a:r>
            <a:r>
              <a:rPr sz="1700" b="0">
                <a:solidFill>
                  <a:srgbClr val="4C596B"/>
                </a:solidFill>
                <a:latin typeface="Segoe UI"/>
              </a:rPr>
              <a:t>— bundled Node 24.15.0, no Node/winget needed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Auto-unblock </a:t>
            </a:r>
            <a:r>
              <a:rPr sz="1700" b="0">
                <a:solidFill>
                  <a:srgbClr val="4C596B"/>
                </a:solidFill>
                <a:latin typeface="Segoe UI"/>
              </a:rPr>
              <a:t>— handles ZIP/USB/download 'blocked file' flag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Clean reinstall </a:t>
            </a:r>
            <a:r>
              <a:rPr sz="1700" b="0">
                <a:solidFill>
                  <a:srgbClr val="4C596B"/>
                </a:solidFill>
                <a:latin typeface="Segoe UI"/>
              </a:rPr>
              <a:t>option + rebuilds better-sqlite3 for Node 24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LAUNCH frees stale ports </a:t>
            </a:r>
            <a:r>
              <a:rPr sz="1700" b="0">
                <a:solidFill>
                  <a:srgbClr val="4C596B"/>
                </a:solidFill>
                <a:latin typeface="Segoe UI"/>
              </a:rPr>
              <a:t>9234 / 9230 / 5173 before starting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7863840" y="1645920"/>
            <a:ext cx="3749039" cy="868680"/>
          </a:xfrm>
          <a:prstGeom prst="roundRect">
            <a:avLst/>
          </a:prstGeom>
          <a:solidFill>
            <a:srgbClr val="1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▶  INSTALL.bat</a:t>
            </a:r>
          </a:p>
          <a:p>
            <a:pPr algn="ctr"/>
            <a:r>
              <a:rPr sz="1000">
                <a:solidFill>
                  <a:srgbClr val="E8FFF0"/>
                </a:solidFill>
              </a:rPr>
              <a:t>click · repo root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7863840" y="2743200"/>
            <a:ext cx="3749039" cy="868680"/>
          </a:xfrm>
          <a:prstGeom prst="round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▶  LAUNCH-WEB.bat</a:t>
            </a:r>
          </a:p>
          <a:p>
            <a:pPr algn="ctr"/>
            <a:r>
              <a:rPr sz="1000">
                <a:solidFill>
                  <a:srgbClr val="E8FFF0"/>
                </a:solidFill>
              </a:rPr>
              <a:t>click · accomplish-react_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70332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4C596B"/>
                </a:solidFill>
                <a:latin typeface="Segoe UI"/>
              </a:rPr>
              <a:t>Buttons open the .bat files directly.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NEW · BUG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Latest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400" b="1">
                <a:solidFill>
                  <a:srgbClr val="0B1F3A"/>
                </a:solidFill>
                <a:latin typeface="Segoe UI"/>
              </a:rPr>
              <a:t>Daemon crash </a:t>
            </a:r>
            <a:r>
              <a:rPr sz="1400" b="0">
                <a:solidFill>
                  <a:srgbClr val="4C596B"/>
                </a:solidFill>
                <a:latin typeface="Segoe UI"/>
              </a:rPr>
              <a:t>— better-sqlite3 built for the wrong Node (NODE_MODULE_VERSION 127 vs 137); now rebuilt for Node 24 → no more 'Failed to fetch'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400" b="1">
                <a:solidFill>
                  <a:srgbClr val="0B1F3A"/>
                </a:solidFill>
                <a:latin typeface="Segoe UI"/>
              </a:rPr>
              <a:t>WhatsApp QR </a:t>
            </a:r>
            <a:r>
              <a:rPr sz="1400" b="0">
                <a:solidFill>
                  <a:srgbClr val="4C596B"/>
                </a:solidFill>
                <a:latin typeface="Segoe UI"/>
              </a:rPr>
              <a:t>— web SSE endpoint 404'd the EventSource ?token= form, killing all live events; route + client event-map fixed → QR shows &amp; status updates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400" b="1">
                <a:solidFill>
                  <a:srgbClr val="0B1F3A"/>
                </a:solidFill>
                <a:latin typeface="Segoe UI"/>
              </a:rPr>
              <a:t>Docker </a:t>
            </a:r>
            <a:r>
              <a:rPr sz="1400" b="0">
                <a:solidFill>
                  <a:srgbClr val="4C596B"/>
                </a:solidFill>
                <a:latin typeface="Segoe UI"/>
              </a:rPr>
              <a:t>— daemon now binds HOST (0.0.0.0) so it's reachable from the host; image builds from source under Node 24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400" b="1">
                <a:solidFill>
                  <a:srgbClr val="0B1F3A"/>
                </a:solidFill>
                <a:latin typeface="Segoe UI"/>
              </a:rPr>
              <a:t>Launcher robustness </a:t>
            </a:r>
            <a:r>
              <a:rPr sz="1400" b="0">
                <a:solidFill>
                  <a:srgbClr val="4C596B"/>
                </a:solidFill>
                <a:latin typeface="Segoe UI"/>
              </a:rPr>
              <a:t>— CRLF line endings + dev test-login forced on (works even if NODE_ENV=production)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Two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Segoe UI"/>
              </a:rPr>
              <a:t>Windows (recommended)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881360" cy="137160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git clone https://github.com/solutionsDigibull/SRIM-by_Digibull.git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cd SRIM-by_Digibull  &amp;&amp;  git lfs install  &amp;&amp;  git lfs pull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INSTALL.bat            then            LAUNCH-WEB.bat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Segoe UI"/>
              </a:rPr>
              <a:t>Docker (any 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100584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docker compose up --build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FE3FF"/>
                </a:solidFill>
                <a:latin typeface="Consolas"/>
              </a:rPr>
              <a:t># → http://localhost:5173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C596B"/>
                </a:solidFill>
                <a:latin typeface="Segoe UI"/>
              </a:rPr>
              <a:t>Dev login: 'Sign in as Tester' · token srim-dev-token · digibull / srim-test-2026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6F0"/>
                </a:solidFill>
                <a:latin typeface="Segoe U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Where it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Web build works end-to-end (providers connect, tasks run)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DigiBull Auto + local-model UI verified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WhatsApp connects &amp; shows QR; Docker reachable from host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0">
                <a:solidFill>
                  <a:srgbClr val="4C596B"/>
                </a:solidFill>
                <a:latin typeface="Segoe UI"/>
              </a:rPr>
              <a:t>Setup automated via INSTALL.bat / LAUNCH-WEB.bat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E6FE0"/>
                </a:solidFill>
                <a:latin typeface="Segoe UI"/>
              </a:rPr>
              <a:t>•  </a:t>
            </a:r>
            <a:r>
              <a:rPr sz="1700" b="1">
                <a:solidFill>
                  <a:srgbClr val="0B1F3A"/>
                </a:solidFill>
                <a:latin typeface="Segoe UI"/>
              </a:rPr>
              <a:t>Roadmap: </a:t>
            </a:r>
            <a:r>
              <a:rPr sz="1700" b="0">
                <a:solidFill>
                  <a:srgbClr val="4C596B"/>
                </a:solidFill>
                <a:latin typeface="Segoe UI"/>
              </a:rPr>
              <a:t>native subsystems, 0.4.14 source-only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FB6F0"/>
                </a:solidFill>
                <a:latin typeface="Segoe UI"/>
              </a:rPr>
              <a:t>DigiBull.ai · Mysore, Karnataka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FE3FF"/>
                </a:solidFill>
                <a:latin typeface="Segoe UI"/>
              </a:rPr>
              <a:t>Initial web transform: Chaithanya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FE3FF"/>
                </a:solidFill>
                <a:latin typeface="Segoe UI"/>
              </a:rPr>
              <a:t>SRIM analysis, remediation, UI update, setup &amp; WhatsApp/Docker fixes: Nagabhushana Raju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