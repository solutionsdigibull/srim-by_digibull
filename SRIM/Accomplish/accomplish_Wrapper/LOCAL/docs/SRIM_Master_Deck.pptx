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\..\..\..\..\INSTALL.bat" TargetMode="External"/><Relationship Id="rId3" Type="http://schemas.openxmlformats.org/officeDocument/2006/relationships/hyperlink" Target="..\SRIM-UI\accomplish_Transformed_Nr\accomplish-react_\LAUNCH-WEB.ba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920240"/>
            <a:ext cx="164592" cy="2468880"/>
          </a:xfrm>
          <a:prstGeom prst="round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Accomplish  </a:t>
            </a:r>
            <a:r>
              <a:rPr sz="4400" b="1">
                <a:solidFill>
                  <a:srgbClr val="8FB6F0"/>
                </a:solidFill>
                <a:latin typeface="Segoe UI"/>
              </a:rPr>
              <a:t>→  SRIM (DigiBull)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803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CFE3FF"/>
                </a:solidFill>
                <a:latin typeface="Segoe UI"/>
              </a:rPr>
              <a:t>Electron desktop  →  local web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FB0C8"/>
                </a:solidFill>
                <a:latin typeface="Segoe UI"/>
              </a:rPr>
              <a:t>Migration · reverse-engineering · remediation · setup · WhatsApp + Docker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F90A8"/>
                </a:solidFill>
                <a:latin typeface="Segoe UI"/>
              </a:rPr>
              <a:t>DigiBull.ai · SRIM 3.2 · Mysore, Karnataka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What 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AI agent app </a:t>
            </a:r>
            <a:r>
              <a:rPr sz="1700" b="0">
                <a:solidFill>
                  <a:srgbClr val="4C596B"/>
                </a:solidFill>
                <a:latin typeface="Segoe UI"/>
              </a:rPr>
              <a:t>— runs OpenCode locally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Was: </a:t>
            </a:r>
            <a:r>
              <a:rPr sz="1700" b="0">
                <a:solidFill>
                  <a:srgbClr val="4C596B"/>
                </a:solidFill>
                <a:latin typeface="Segoe UI"/>
              </a:rPr>
              <a:t>Electron desktop app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Now: </a:t>
            </a:r>
            <a:r>
              <a:rPr sz="1700" b="0">
                <a:solidFill>
                  <a:srgbClr val="4C596B"/>
                </a:solidFill>
                <a:latin typeface="Segoe UI"/>
              </a:rPr>
              <a:t>browser tab + local backend daemon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Rebranded: </a:t>
            </a:r>
            <a:r>
              <a:rPr sz="1700" b="0">
                <a:solidFill>
                  <a:srgbClr val="4C596B"/>
                </a:solidFill>
                <a:latin typeface="Segoe UI"/>
              </a:rPr>
              <a:t>SRIM / DigiBull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Original (Electron)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React UI ↔ preload bridge (~462 methods)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Electron main → daemon (Node)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Daemon: OpenCode + SQLite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UI was already browser-safe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WHO DID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Contributions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349240" cy="4937760"/>
          </a:xfrm>
          <a:prstGeom prst="roundRect">
            <a:avLst/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49240" cy="868680"/>
          </a:xfrm>
          <a:prstGeom prst="round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27048"/>
            <a:ext cx="4800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Chaithanya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AF0FF"/>
                </a:solidFill>
                <a:latin typeface="Segoe UI"/>
              </a:rPr>
              <a:t>Phase 1 — web conversion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00600" cy="3749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First conversion of the Electron app to a web build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Removed the Electron window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Added the daemon HTTP + SSE server on :9234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Browser transport recreates window.accomplish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Login flow + initial DigiBull branding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~96 of ~148 features wired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Delivered as accomplish_Transformed_Chaithanya_Original.zip (~759 MB)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349240" cy="4937760"/>
          </a:xfrm>
          <a:prstGeom prst="roundRect">
            <a:avLst/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349240" cy="868680"/>
          </a:xfrm>
          <a:prstGeom prst="round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27048"/>
            <a:ext cx="4800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Nagabhushana Raju 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AF0FF"/>
                </a:solidFill>
                <a:latin typeface="Segoe UI"/>
              </a:rPr>
              <a:t>Phase 2 — analysis, remediation, new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4800600" cy="3749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Gap analysis vs original: 52 missing features (buckets A–D)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Reverse-engineered the 0.4.14 .exe (asar extract → IPC diff)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Fixed core bugs (API keys, provider connect, auth)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New features: Auto routing, inline AI questions, LOCAL LLM advisor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DigiBull UI rebrand + model UX + appearance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WhatsApp integration + MCP (in/out)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Setup automation (INSTALL/LAUNCH) + sqlite/SSE/Docker fixes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BASELINE  ·  CHAITHANYA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Starting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accomplish_Transformed_Chaithanya_Original.zip </a:t>
            </a:r>
            <a:r>
              <a:rPr sz="1700" b="0">
                <a:solidFill>
                  <a:srgbClr val="4C596B"/>
                </a:solidFill>
                <a:latin typeface="Segoe UI"/>
              </a:rPr>
              <a:t>(~759 MB)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The first web transform of the Electron app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The current SRIM working tree continues from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PHASE 1  ·  CHAITHANYA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Convert to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Removed the Electron window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Added daemon HTTP + SSE server on :9234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Browser transport recreates window.accomplish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Login + DigiBull branding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~96 of ~148 features wired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PHASE 2  ·  NAGABHUSHANA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Analyse &amp; reverse-engineer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Compared the converted build vs the original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Gap analysis: 52 missing features (buckets A–D)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Reverse-engineered the 0.4.14 .exe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asar extract → diffed IPC channels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FINDINGS  ·  NAGABHUSHANA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0.4.14 .exe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Newer code than the source we had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~124 IPC channels not present in source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New: Browser Panel, Triggered Tasks, llama.cpp, feature flags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Only minified bundles → need source to fully 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REMEDIATION  ·  NAGABHUSHANA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Bugs fixed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Tasks failed </a:t>
            </a:r>
            <a:r>
              <a:rPr sz="1700" b="0">
                <a:solidFill>
                  <a:srgbClr val="4C596B"/>
                </a:solidFill>
                <a:latin typeface="Segoe UI"/>
              </a:rPr>
              <a:t>→ API keys now passed to OpenCode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Provider connect crash (null.valid)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Valid keys wrongly rejected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Pasted-quote keys broke auth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Failures now show a reason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NEW FEATURES  ·  NAGABHUSHANA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Delivered in SRIM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Centralized addresses (migration-proof)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DigiBull chat rebrand + motion polish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Auto model selector (task-aware routing)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Inline AI question card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LOCAL LLM advisor (specs → model picks) + model downloads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Appearance: themes / accents / motion · Test-automation skill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WhatsApp integration · MCP (in/out)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Feature buckets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Bucket A (24): </a:t>
            </a:r>
            <a:r>
              <a:rPr sz="1700" b="0">
                <a:solidFill>
                  <a:srgbClr val="4C596B"/>
                </a:solidFill>
                <a:latin typeface="Segoe UI"/>
              </a:rPr>
              <a:t>done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Bucket B portable: </a:t>
            </a:r>
            <a:r>
              <a:rPr sz="1700" b="0">
                <a:solidFill>
                  <a:srgbClr val="4C596B"/>
                </a:solidFill>
                <a:latin typeface="Segoe UI"/>
              </a:rPr>
              <a:t>done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HF-local UI: </a:t>
            </a:r>
            <a:r>
              <a:rPr sz="1700" b="0">
                <a:solidFill>
                  <a:srgbClr val="4C596B"/>
                </a:solidFill>
                <a:latin typeface="Segoe UI"/>
              </a:rPr>
              <a:t>downloads / runtime wired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Native gaps: </a:t>
            </a:r>
            <a:r>
              <a:rPr sz="1700" b="0">
                <a:solidFill>
                  <a:srgbClr val="4C596B"/>
                </a:solidFill>
                <a:latin typeface="Segoe UI"/>
              </a:rPr>
              <a:t>per-GPU index, gcloud APIs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0.4.14 features: </a:t>
            </a:r>
            <a:r>
              <a:rPr sz="1700" b="0">
                <a:solidFill>
                  <a:srgbClr val="4C596B"/>
                </a:solidFill>
                <a:latin typeface="Segoe UI"/>
              </a:rPr>
              <a:t>need source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Desktop-only (tray/updater): </a:t>
            </a:r>
            <a:r>
              <a:rPr sz="1700" b="0">
                <a:solidFill>
                  <a:srgbClr val="4C596B"/>
                </a:solidFill>
                <a:latin typeface="Segoe UI"/>
              </a:rPr>
              <a:t>N/A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DIGIBULL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Home &amp; model menu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Home prompt: “What will DigiBull handle today?”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Model menu: Auto · by task type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Auto routes simple chat → fast models; code/research → stronger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Guardrail: if Auto routing times out, the task still starts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LOCAL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Local model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Device checker sits above downloads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Download box: idle / downloading / installed / failed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Runtime targets: Auto · GPU · WebGPU · CPU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Automatic GPU selection for GPU modes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AI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Inline question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SRIM can surface model questions inline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No more hidden “it is thinking” for question prompts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Question card accepts a typed answer or choices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File/tool permissions still use the stronger modal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Two directions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Outbound: </a:t>
            </a:r>
            <a:r>
              <a:rPr sz="1700" b="0">
                <a:solidFill>
                  <a:srgbClr val="4C596B"/>
                </a:solidFill>
                <a:latin typeface="Segoe UI"/>
              </a:rPr>
              <a:t>add MCP servers → the agent uses them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Pre-seeded: Dify, FastMCP, MCP Jungle, Postgres, Superset…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Inbound: </a:t>
            </a:r>
            <a:r>
              <a:rPr sz="1700" b="0">
                <a:solidFill>
                  <a:srgbClr val="4C596B"/>
                </a:solidFill>
                <a:latin typeface="Segoe UI"/>
              </a:rPr>
              <a:t>external workflows call /rpc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Bearer key · loopback-only · opt-in flag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NEW · ONE-CLICK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Install &amp; launch on any Windows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69494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Self-contained </a:t>
            </a:r>
            <a:r>
              <a:rPr sz="1700" b="0">
                <a:solidFill>
                  <a:srgbClr val="4C596B"/>
                </a:solidFill>
                <a:latin typeface="Segoe UI"/>
              </a:rPr>
              <a:t>— bundled Node 24.15.0, no Node/winget needed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Auto-unblock </a:t>
            </a:r>
            <a:r>
              <a:rPr sz="1700" b="0">
                <a:solidFill>
                  <a:srgbClr val="4C596B"/>
                </a:solidFill>
                <a:latin typeface="Segoe UI"/>
              </a:rPr>
              <a:t>— handles ZIP/USB/download 'blocked file' flag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Clean reinstall </a:t>
            </a:r>
            <a:r>
              <a:rPr sz="1700" b="0">
                <a:solidFill>
                  <a:srgbClr val="4C596B"/>
                </a:solidFill>
                <a:latin typeface="Segoe UI"/>
              </a:rPr>
              <a:t>+ rebuilds better-sqlite3 for Node 24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LAUNCH frees stale ports </a:t>
            </a:r>
            <a:r>
              <a:rPr sz="1700" b="0">
                <a:solidFill>
                  <a:srgbClr val="4C596B"/>
                </a:solidFill>
                <a:latin typeface="Segoe UI"/>
              </a:rPr>
              <a:t>9234 / 9230 / 5173 before starting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7863840" y="1645920"/>
            <a:ext cx="3749039" cy="868680"/>
          </a:xfrm>
          <a:prstGeom prst="roundRect">
            <a:avLst/>
          </a:prstGeom>
          <a:solidFill>
            <a:srgbClr val="1FA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▶  INSTALL.bat</a:t>
            </a:r>
          </a:p>
          <a:p>
            <a:pPr algn="ctr"/>
            <a:r>
              <a:rPr sz="1000">
                <a:solidFill>
                  <a:srgbClr val="E8FFF0"/>
                </a:solidFill>
              </a:rPr>
              <a:t>click · repo root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7863840" y="2743200"/>
            <a:ext cx="3749039" cy="868680"/>
          </a:xfrm>
          <a:prstGeom prst="round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▶  LAUNCH-WEB.bat</a:t>
            </a:r>
          </a:p>
          <a:p>
            <a:pPr algn="ctr"/>
            <a:r>
              <a:rPr sz="1000">
                <a:solidFill>
                  <a:srgbClr val="E8FFF0"/>
                </a:solidFill>
              </a:rPr>
              <a:t>click · accomplish-react_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703320"/>
            <a:ext cx="37490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4C596B"/>
                </a:solidFill>
                <a:latin typeface="Segoe UI"/>
              </a:rPr>
              <a:t>Buttons open the .bat files directly.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NEW · BUG FIXES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Latest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1">
                <a:solidFill>
                  <a:srgbClr val="0B1F3A"/>
                </a:solidFill>
                <a:latin typeface="Segoe UI"/>
              </a:rPr>
              <a:t>Daemon crash </a:t>
            </a:r>
            <a:r>
              <a:rPr sz="1400" b="0">
                <a:solidFill>
                  <a:srgbClr val="4C596B"/>
                </a:solidFill>
                <a:latin typeface="Segoe UI"/>
              </a:rPr>
              <a:t>— better-sqlite3 built for the wrong Node (NODE_MODULE_VERSION 127 vs 137); rebuilt for Node 24 → no more 'Failed to fetch'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1">
                <a:solidFill>
                  <a:srgbClr val="0B1F3A"/>
                </a:solidFill>
                <a:latin typeface="Segoe UI"/>
              </a:rPr>
              <a:t>WhatsApp QR </a:t>
            </a:r>
            <a:r>
              <a:rPr sz="1400" b="0">
                <a:solidFill>
                  <a:srgbClr val="4C596B"/>
                </a:solidFill>
                <a:latin typeface="Segoe UI"/>
              </a:rPr>
              <a:t>— web SSE endpoint 404'd the EventSource ?token= form, killing all live events; route + client event-map fixed → QR + status work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1">
                <a:solidFill>
                  <a:srgbClr val="0B1F3A"/>
                </a:solidFill>
                <a:latin typeface="Segoe UI"/>
              </a:rPr>
              <a:t>Docker </a:t>
            </a:r>
            <a:r>
              <a:rPr sz="1400" b="0">
                <a:solidFill>
                  <a:srgbClr val="4C596B"/>
                </a:solidFill>
                <a:latin typeface="Segoe UI"/>
              </a:rPr>
              <a:t>— daemon now binds HOST (0.0.0.0) so it's reachable from the host; image builds from source under Node 24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1">
                <a:solidFill>
                  <a:srgbClr val="0B1F3A"/>
                </a:solidFill>
                <a:latin typeface="Segoe UI"/>
              </a:rPr>
              <a:t>Launcher </a:t>
            </a:r>
            <a:r>
              <a:rPr sz="1400" b="0">
                <a:solidFill>
                  <a:srgbClr val="4C596B"/>
                </a:solidFill>
                <a:latin typeface="Segoe UI"/>
              </a:rPr>
              <a:t>— CRLF endings, bundled Node 24, dev test-login forced 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RUN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Two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Segoe UI"/>
              </a:rPr>
              <a:t>Windows (recommended)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0881360" cy="137160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9280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FE3FF"/>
                </a:solidFill>
                <a:latin typeface="Consolas"/>
              </a:rPr>
              <a:t>git clone https://github.com/solutionsDigibull/SRIM-by_Digibull.git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FE3FF"/>
                </a:solidFill>
                <a:latin typeface="Consolas"/>
              </a:rPr>
              <a:t>cd SRIM-by_Digibull  &amp;&amp;  git lfs install  &amp;&amp;  git lfs pull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FE3FF"/>
                </a:solidFill>
                <a:latin typeface="Consolas"/>
              </a:rPr>
              <a:t>INSTALL.bat            then            LAUNCH-WEB.bat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558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Segoe UI"/>
              </a:rPr>
              <a:t>Docker (any 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10881360" cy="100584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90448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FE3FF"/>
                </a:solidFill>
                <a:latin typeface="Consolas"/>
              </a:rPr>
              <a:t>docker compose up --build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FE3FF"/>
                </a:solidFill>
                <a:latin typeface="Consolas"/>
              </a:rPr>
              <a:t># → http://localhost:5173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C596B"/>
                </a:solidFill>
                <a:latin typeface="Segoe UI"/>
              </a:rPr>
              <a:t>Dev login: 'Sign in as Tester' · token srim-dev-token · digibull / srim-test-2026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Where it stands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Web build works end-to-end (providers connect, tasks run)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DigiBull Auto + local-model UI verified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WhatsApp connects &amp; shows QR; Docker reachable from host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Setup automated via INSTALL.bat / LAUNCH-WEB.bat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Roadmap: </a:t>
            </a:r>
            <a:r>
              <a:rPr sz="1700" b="0">
                <a:solidFill>
                  <a:srgbClr val="4C596B"/>
                </a:solidFill>
                <a:latin typeface="Segoe UI"/>
              </a:rPr>
              <a:t>native subsystems, 0.4.14 source-only features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8FB6F0"/>
                </a:solidFill>
                <a:latin typeface="Segoe UI"/>
              </a:rPr>
              <a:t>DigiBull.ai · Mysore, Karnataka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FE3FF"/>
                </a:solidFill>
                <a:latin typeface="Segoe UI"/>
              </a:rPr>
              <a:t>Initial web transform: Chaithanya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FE3FF"/>
                </a:solidFill>
                <a:latin typeface="Segoe UI"/>
              </a:rPr>
              <a:t>Analysis, remediation, new features, setup &amp; WhatsApp/Docker fixes: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Nagabhushana Raju 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