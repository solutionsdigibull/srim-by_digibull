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marL="0" lvl="0" indent="0">
              <a:buNone/>
            </a:pPr>
            <a:r>
              <a:t>Accomplish → SRIM (DigiBull)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Electron desktop → local web app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DigiBull.ai · SRIM 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AI agent app (runs OpenCode locally)</a:t>
            </a:r>
          </a:p>
          <a:p>
            <a:pPr lvl="1"/>
            <a:r>
              <a:t>Was: Electron desktop</a:t>
            </a:r>
          </a:p>
          <a:p>
            <a:pPr lvl="1"/>
            <a:r>
              <a:t>Now: browser tab + local backend</a:t>
            </a:r>
          </a:p>
          <a:p>
            <a:pPr lvl="1"/>
            <a:r>
              <a:t>Rebranded: </a:t>
            </a:r>
            <a:r>
              <a:rPr b="1"/>
              <a:t>SRIM / DigiBull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Original (Electron)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React UI ↔ preload bridge (~462 methods)</a:t>
            </a:r>
          </a:p>
          <a:p>
            <a:pPr lvl="1"/>
            <a:r>
              <a:t>Electron main → daemon (Node)</a:t>
            </a:r>
          </a:p>
          <a:p>
            <a:pPr lvl="1"/>
            <a:r>
              <a:t>Daemon: OpenCode + SQLite</a:t>
            </a:r>
          </a:p>
          <a:p>
            <a:pPr lvl="1"/>
            <a:r>
              <a:t>UI was already browser-safe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Baseline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accomplish_Transformed_Chaithanya_Original.zip</a:t>
            </a:r>
          </a:p>
          <a:p>
            <a:pPr lvl="1"/>
            <a:r>
              <a:t>Original Chaithanya web transform archive</a:t>
            </a:r>
          </a:p>
          <a:p>
            <a:pPr lvl="1"/>
            <a:r>
              <a:t>Size: ~759 MB</a:t>
            </a:r>
          </a:p>
          <a:p>
            <a:pPr lvl="1"/>
            <a:r>
              <a:t>Current SRIM working tree continues from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Phase 1 — Convert to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(Chaithanya)</a:t>
            </a:r>
          </a:p>
          <a:p>
            <a:pPr lvl="1"/>
            <a:r>
              <a:t>Removed Electron window</a:t>
            </a:r>
          </a:p>
          <a:p>
            <a:pPr lvl="1"/>
            <a:r>
              <a:t>Added daemon HTTP+SSE server </a:t>
            </a:r>
            <a:r>
              <a:rPr>
                <a:latin typeface="Courier"/>
              </a:rPr>
              <a:t>:9234</a:t>
            </a:r>
          </a:p>
          <a:p>
            <a:pPr lvl="1"/>
            <a:r>
              <a:t>Browser transport recreates </a:t>
            </a:r>
            <a:r>
              <a:rPr>
                <a:latin typeface="Courier"/>
              </a:rPr>
              <a:t>window.accomplish</a:t>
            </a:r>
          </a:p>
          <a:p>
            <a:pPr lvl="1"/>
            <a:r>
              <a:t>Login + DigiBull branding</a:t>
            </a:r>
          </a:p>
          <a:p>
            <a:pPr lvl="1"/>
            <a:r>
              <a:t>~96 of ~148 features wired</a:t>
            </a:r>
          </a:p>
          <a:p>
            <a:pPr lvl="1"/>
            <a:r>
              <a:t>Delivered as the Chaithanya original transform archive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Phase 2 — Analyse &amp; reverse-engineer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(Nagabhushana)</a:t>
            </a:r>
          </a:p>
          <a:p>
            <a:pPr lvl="1"/>
            <a:r>
              <a:t>Compared converted vs original</a:t>
            </a:r>
          </a:p>
          <a:p>
            <a:pPr lvl="1"/>
            <a:r>
              <a:t>Gap analysis: 52 missing (buckets A–D)</a:t>
            </a:r>
          </a:p>
          <a:p>
            <a:pPr lvl="1"/>
            <a:r>
              <a:t>Reverse-engineered the 0.4.14 </a:t>
            </a:r>
            <a:r>
              <a:rPr>
                <a:latin typeface="Courier"/>
              </a:rPr>
              <a:t>.exe</a:t>
            </a:r>
          </a:p>
          <a:p>
            <a:pPr lvl="1"/>
            <a:r>
              <a:t>asar extract → diff IPC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0.4.14 .exe —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Newer code than source</a:t>
            </a:r>
          </a:p>
          <a:p>
            <a:pPr lvl="1"/>
            <a:r>
              <a:t>~124 channels not in source</a:t>
            </a:r>
          </a:p>
          <a:p>
            <a:pPr lvl="1"/>
            <a:r>
              <a:t>New: Browser Panel, Triggered Tasks, llama.cpp, feature flags</a:t>
            </a:r>
          </a:p>
          <a:p>
            <a:pPr lvl="1"/>
            <a:r>
              <a:t>Only minified bundles → need source to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Bugs 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Tasks failed</a:t>
            </a:r>
            <a:r>
              <a:t> → API keys now passed to OpenCode</a:t>
            </a:r>
          </a:p>
          <a:p>
            <a:pPr lvl="1"/>
            <a:r>
              <a:t>Provider connect crash (</a:t>
            </a:r>
            <a:r>
              <a:rPr>
                <a:latin typeface="Courier"/>
              </a:rPr>
              <a:t>null.valid</a:t>
            </a:r>
            <a:r>
              <a:t>)</a:t>
            </a:r>
          </a:p>
          <a:p>
            <a:pPr lvl="1"/>
            <a:r>
              <a:t>Valid keys wrongly rejected</a:t>
            </a:r>
          </a:p>
          <a:p>
            <a:pPr lvl="1"/>
            <a:r>
              <a:t>Pasted-quote keys broke auth</a:t>
            </a:r>
          </a:p>
          <a:p>
            <a:pPr lvl="1"/>
            <a:r>
              <a:t>Failures now show a reason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Centralized addresses (migration-proof)</a:t>
            </a:r>
          </a:p>
          <a:p>
            <a:pPr lvl="1"/>
            <a:r>
              <a:t>DigiBull chat rebrand + motion polish</a:t>
            </a:r>
          </a:p>
          <a:p>
            <a:pPr lvl="1"/>
            <a:r>
              <a:t>Auto model selector (task-aware routing)</a:t>
            </a:r>
          </a:p>
          <a:p>
            <a:pPr lvl="1"/>
            <a:r>
              <a:t>Inline AI question card</a:t>
            </a:r>
          </a:p>
          <a:p>
            <a:pPr lvl="1"/>
            <a:r>
              <a:t>LOCAL LLM advisor (specs → model picks)</a:t>
            </a:r>
          </a:p>
          <a:p>
            <a:pPr lvl="1"/>
            <a:r>
              <a:t>Local model downloads + runtime target</a:t>
            </a:r>
          </a:p>
          <a:p>
            <a:pPr lvl="1"/>
            <a:r>
              <a:t>Appearance: themes / accents / motion</a:t>
            </a:r>
          </a:p>
          <a:p>
            <a:pPr lvl="1"/>
            <a:r>
              <a:t>Test-automation skill</a:t>
            </a:r>
          </a:p>
          <a:p>
            <a:pPr lvl="1"/>
            <a:r>
              <a:t>Developer mode + </a:t>
            </a:r>
            <a:r>
              <a:rPr b="1"/>
              <a:t>MCP manager</a:t>
            </a:r>
          </a:p>
          <a:p>
            <a:pPr lvl="1"/>
            <a:r>
              <a:t>Speech, Vertex, OpenAI OAuth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Bucket A (24): </a:t>
            </a:r>
            <a:r>
              <a:rPr b="1"/>
              <a:t>done</a:t>
            </a:r>
          </a:p>
          <a:p>
            <a:pPr lvl="1"/>
            <a:r>
              <a:t>Bucket B portable: </a:t>
            </a:r>
            <a:r>
              <a:rPr b="1"/>
              <a:t>done</a:t>
            </a:r>
          </a:p>
          <a:p>
            <a:pPr lvl="1"/>
            <a:r>
              <a:t>HF-local UI: downloads/runtime wired</a:t>
            </a:r>
          </a:p>
          <a:p>
            <a:pPr lvl="1"/>
            <a:r>
              <a:t>Native gaps: per-GPU index, gcloud APIs</a:t>
            </a:r>
          </a:p>
          <a:p>
            <a:pPr lvl="1"/>
            <a:r>
              <a:t>0.4.14 features: need source</a:t>
            </a:r>
          </a:p>
          <a:p>
            <a:pPr lvl="1"/>
            <a:r>
              <a:t>Desktop-only (tray/updater):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DigiBull UI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Home prompt: “What will DigiBull handle today?”</a:t>
            </a:r>
          </a:p>
          <a:p>
            <a:pPr lvl="1"/>
            <a:r>
              <a:t>Model menu: </a:t>
            </a:r>
            <a:r>
              <a:rPr b="1"/>
              <a:t>Auto · by task type</a:t>
            </a:r>
          </a:p>
          <a:p>
            <a:pPr lvl="1"/>
            <a:r>
              <a:t>Auto routes simple chat to fast models</a:t>
            </a:r>
          </a:p>
          <a:p>
            <a:pPr lvl="1"/>
            <a:r>
              <a:t>Auto routes code/research/planning to stronger models</a:t>
            </a:r>
          </a:p>
          <a:p>
            <a:pPr lvl="1"/>
            <a:r>
              <a:t>Guardrail: Auto routing times out, task still starts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Local model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Device checker sits above downloads</a:t>
            </a:r>
          </a:p>
          <a:p>
            <a:pPr lvl="1"/>
            <a:r>
              <a:t>Download box shows idle/downloading/installed/failed</a:t>
            </a:r>
          </a:p>
          <a:p>
            <a:pPr lvl="1"/>
            <a:r>
              <a:t>Runtime targets: Auto, GPU, WebGPU, CPU</a:t>
            </a:r>
          </a:p>
          <a:p>
            <a:pPr lvl="1"/>
            <a:r>
              <a:t>GPU 0 / GPU 1 manual selection: not yet exposed</a:t>
            </a:r>
          </a:p>
          <a:p>
            <a:pPr lvl="1"/>
            <a:r>
              <a:t>Uses automatic GPU selection for GPU modes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SRIM can surface model questions inline</a:t>
            </a:r>
          </a:p>
          <a:p>
            <a:pPr lvl="1"/>
            <a:r>
              <a:t>No more hidden “it is thinking” for question prompts</a:t>
            </a:r>
          </a:p>
          <a:p>
            <a:pPr lvl="1"/>
            <a:r>
              <a:t>Question card accepts typed answer or choices</a:t>
            </a:r>
          </a:p>
          <a:p>
            <a:pPr lvl="1"/>
            <a:r>
              <a:t>File/tool permissions still use the stronger modal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MCP — two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 dirty="0"/>
              <a:t>Outbound:</a:t>
            </a:r>
            <a:r>
              <a:rPr dirty="0"/>
              <a:t> add MCP servers → agent uses them</a:t>
            </a:r>
          </a:p>
          <a:p>
            <a:pPr lvl="2"/>
            <a:r>
              <a:rPr dirty="0"/>
              <a:t>Pre-seeded: </a:t>
            </a:r>
            <a:r>
              <a:rPr dirty="0" err="1"/>
              <a:t>Dify</a:t>
            </a:r>
            <a:r>
              <a:rPr dirty="0"/>
              <a:t>, </a:t>
            </a:r>
            <a:r>
              <a:rPr dirty="0" err="1"/>
              <a:t>FastMCP</a:t>
            </a:r>
            <a:r>
              <a:rPr dirty="0"/>
              <a:t>, MCP Jungle, Postgres, Superset…</a:t>
            </a:r>
          </a:p>
          <a:p>
            <a:pPr lvl="1"/>
            <a:r>
              <a:rPr b="1" dirty="0"/>
              <a:t>Inbound:</a:t>
            </a:r>
            <a:r>
              <a:rPr dirty="0"/>
              <a:t> external workflows call </a:t>
            </a:r>
            <a:r>
              <a:rPr dirty="0">
                <a:latin typeface="Courier"/>
              </a:rPr>
              <a:t>/</a:t>
            </a:r>
            <a:r>
              <a:rPr dirty="0" err="1">
                <a:latin typeface="Courier"/>
              </a:rPr>
              <a:t>rpc</a:t>
            </a:r>
            <a:endParaRPr dirty="0">
              <a:latin typeface="Courier"/>
            </a:endParaRPr>
          </a:p>
          <a:p>
            <a:pPr lvl="2"/>
            <a:r>
              <a:rPr dirty="0"/>
              <a:t>Bearer key · loopback-only · opt-in flag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pnpm install
pnpm -F @accomplish/daemon dev   # :9234
pnpm dev:web                     # :5173</a:t>
            </a:r>
          </a:p>
          <a:p>
            <a:pPr lvl="1"/>
            <a:r>
              <a:t>Or: </a:t>
            </a:r>
            <a:r>
              <a:rPr>
                <a:latin typeface="Courier"/>
              </a:rPr>
              <a:t>LAUNCH-WEB.bat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Web build works end-to-end</a:t>
            </a:r>
          </a:p>
          <a:p>
            <a:pPr lvl="1"/>
            <a:r>
              <a:t>Providers connect; tasks run</a:t>
            </a:r>
          </a:p>
          <a:p>
            <a:pPr lvl="1"/>
            <a:r>
              <a:t>DigiBull Auto + local model UI verified</a:t>
            </a:r>
          </a:p>
          <a:p>
            <a:pPr lvl="1"/>
            <a:r>
              <a:t>Typecheck and focused UI tests pass</a:t>
            </a:r>
          </a:p>
          <a:p>
            <a:pPr lvl="1"/>
            <a:r>
              <a:t>MCP integration ready</a:t>
            </a:r>
          </a:p>
          <a:p>
            <a:pPr lvl="1"/>
            <a:r>
              <a:t>Roadmap: native subsystems, 0.4.14 source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DigiBull</a:t>
            </a:r>
            <a:r>
              <a:t>.ai</a:t>
            </a:r>
            <a:br>
              <a:rPr lang="en-US"/>
            </a:br>
            <a:r>
              <a:t> </a:t>
            </a:r>
            <a:br>
              <a:rPr lang="en-US"/>
            </a:br>
            <a:r>
              <a:t> Initial web transform: Chaithanya SRIM analysis, </a:t>
            </a:r>
            <a:br>
              <a:rPr lang="en-US"/>
            </a:br>
            <a:r>
              <a:t>remediation,</a:t>
            </a:r>
            <a:br>
              <a:rPr lang="en-US"/>
            </a:br>
            <a:br>
              <a:rPr lang="en-US"/>
            </a:br>
            <a:r>
              <a:t> UI update: Nagabhushana Raju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On-screen Show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</vt:lpstr>
      <vt:lpstr>Office Theme</vt:lpstr>
      <vt:lpstr>Accomplish → SRIM (DigiBull)</vt:lpstr>
      <vt:lpstr>What it is</vt:lpstr>
      <vt:lpstr>Original (Electron)</vt:lpstr>
      <vt:lpstr>Baseline artifact</vt:lpstr>
      <vt:lpstr>Phase 1 — Convert to web</vt:lpstr>
      <vt:lpstr>Phase 2 — Analyse &amp; reverse-engineer</vt:lpstr>
      <vt:lpstr>0.4.14 .exe — findings</vt:lpstr>
      <vt:lpstr>Bugs fixed</vt:lpstr>
      <vt:lpstr>New features</vt:lpstr>
      <vt:lpstr>Coverage</vt:lpstr>
      <vt:lpstr>DigiBull UI update</vt:lpstr>
      <vt:lpstr>Local model UX</vt:lpstr>
      <vt:lpstr>AI questions</vt:lpstr>
      <vt:lpstr>MCP — two directions</vt:lpstr>
      <vt:lpstr>Run it</vt:lpstr>
      <vt:lpstr>Status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Accomplish → SRIM (DigiBull)</dc:title>
  <dc:creator>Electron desktop → local web app</dc:creator>
  <cp:keywords/>
  <cp:lastModifiedBy>Nagabhushana RajuS</cp:lastModifiedBy>
  <cp:revision>1</cp:revision>
  <dcterms:created xsi:type="dcterms:W3CDTF">2026-06-04T13:55:49Z</dcterms:created>
  <dcterms:modified xsi:type="dcterms:W3CDTF">2026-06-04T14:07:04Z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DigiBull.ai · SRIM 3.2</vt:lpwstr>
  </property>
</Properties>
</file>